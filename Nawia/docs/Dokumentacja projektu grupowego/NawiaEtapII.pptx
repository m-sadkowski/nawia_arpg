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8" r:id="rId3"/>
    <p:sldId id="259" r:id="rId4"/>
    <p:sldId id="264" r:id="rId5"/>
    <p:sldId id="263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8048A-21B0-4C79-9A17-9AB81FF1CE9E}" type="datetimeFigureOut">
              <a:rPr lang="pl-PL" smtClean="0"/>
              <a:t>21.06.2026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2789EC-838A-40D7-A032-077AF40DF06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076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789EC-838A-40D7-A032-077AF40DF066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2611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35E36-B7DE-EDC2-8F2C-14694BBF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D2AB9-9C01-DCAF-ACA7-40CA4EA1D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06B19-DEBF-B7EA-5F99-E1F406B6A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0452D1-C10D-CDA6-F432-B8C924124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789EC-838A-40D7-A032-077AF40DF066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2877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C7CEB-DE25-444A-F4CA-7A25630BD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A6D760-1C42-ACE0-E7F5-C36C438D1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B3699-8B03-5E1C-B30A-26355DDC0D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FC7BB-9EA1-E04D-A2B0-2E0143610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789EC-838A-40D7-A032-077AF40DF066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62940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0810-1DC9-4B0A-CECA-8B089AB16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0060D9-C5B2-7A8C-06D6-58155E18B5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3E039-618B-5F5A-888D-F87DFBA85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C0FD6-289D-C15C-FCBE-8F96466E2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789EC-838A-40D7-A032-077AF40DF066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77468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3D24E-B585-861E-7617-BD8AF8EDE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F4AA9-F3A0-B241-747D-2E1E53DB0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EA4AF-5B94-DD3A-8610-3406C0438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A6DB2-2840-63E6-55FB-7B76DF583B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2789EC-838A-40D7-A032-077AF40DF066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80609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54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86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3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11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1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2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3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288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71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52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407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5D67320-FCFD-4931-AAF7-C6C853329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A1CCA16-92D7-43E5-4DCD-8CC593358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689" y="0"/>
            <a:ext cx="1218552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9CE833-01EB-AC30-14C9-D63861E44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pl-PL" sz="4000" dirty="0"/>
              <a:t>Nawia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BC4AE-27BB-9879-8E10-B82E6A35A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99" y="1878432"/>
            <a:ext cx="3380437" cy="850392"/>
          </a:xfrm>
        </p:spPr>
        <p:txBody>
          <a:bodyPr anchor="b">
            <a:normAutofit/>
          </a:bodyPr>
          <a:lstStyle/>
          <a:p>
            <a:r>
              <a:rPr lang="pl-PL" sz="1800" dirty="0"/>
              <a:t>Gra komputerowa z półotwartym światem</a:t>
            </a:r>
          </a:p>
          <a:p>
            <a:endParaRPr lang="pl-PL" sz="18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313E2A0-6E4F-A179-2AFD-278CD55FC003}"/>
              </a:ext>
            </a:extLst>
          </p:cNvPr>
          <p:cNvSpPr txBox="1"/>
          <p:nvPr/>
        </p:nvSpPr>
        <p:spPr>
          <a:xfrm>
            <a:off x="609279" y="493377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0" i="0" dirty="0">
                <a:solidFill>
                  <a:srgbClr val="F0F6FC"/>
                </a:solidFill>
                <a:effectLst/>
              </a:rPr>
              <a:t>Michał Sadkowski 197776</a:t>
            </a:r>
          </a:p>
          <a:p>
            <a:r>
              <a:rPr lang="pl-PL" dirty="0">
                <a:solidFill>
                  <a:srgbClr val="F0F6FC"/>
                </a:solidFill>
              </a:rPr>
              <a:t>Dawid Wesołowski 197943</a:t>
            </a:r>
          </a:p>
          <a:p>
            <a:r>
              <a:rPr lang="pl-PL" dirty="0">
                <a:solidFill>
                  <a:srgbClr val="F0F6FC"/>
                </a:solidFill>
              </a:rPr>
              <a:t>Michał Matysiak 198395</a:t>
            </a:r>
          </a:p>
          <a:p>
            <a:r>
              <a:rPr lang="pl-PL" dirty="0">
                <a:solidFill>
                  <a:srgbClr val="F0F6FC"/>
                </a:solidFill>
              </a:rPr>
              <a:t>Ostap Lozovyy 197747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2219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AF76E-8477-00E6-5159-28F214E8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988A71-2CCA-7ADF-D425-58D10AEDF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7233305-0B57-27A3-597E-41F361F0F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84E9F-CE03-A251-585E-9A44C0620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F36DCB-0C5B-9A2D-3736-A7666CFC3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399" y="908651"/>
            <a:ext cx="4316275" cy="3640345"/>
          </a:xfrm>
        </p:spPr>
        <p:txBody>
          <a:bodyPr anchor="t">
            <a:normAutofit/>
          </a:bodyPr>
          <a:lstStyle/>
          <a:p>
            <a:r>
              <a:rPr lang="pl-PL" sz="4000" dirty="0"/>
              <a:t>Projekt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D43F3-5F1C-7EF0-5780-38A5A0033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" y="2940559"/>
            <a:ext cx="5278301" cy="2855314"/>
          </a:xfrm>
        </p:spPr>
        <p:txBody>
          <a:bodyPr anchor="b"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C++ 20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Raylib 5.5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CMake 3.20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MSVC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1" dirty="0"/>
              <a:t>tinyxml2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1" dirty="0"/>
              <a:t>Recast Navigation (Recast &amp; Detour)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b="1" i="1" dirty="0"/>
              <a:t>nlohmann/json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18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8749CD4-DAED-6135-2E8A-F2B0C77FA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>
            <a:extLst>
              <a:ext uri="{FF2B5EF4-FFF2-40B4-BE49-F238E27FC236}">
                <a16:creationId xmlns:a16="http://schemas.microsoft.com/office/drawing/2014/main" id="{C6B235EC-BE13-D634-09DC-E5E74BE230A3}"/>
              </a:ext>
            </a:extLst>
          </p:cNvPr>
          <p:cNvSpPr txBox="1">
            <a:spLocks/>
          </p:cNvSpPr>
          <p:nvPr/>
        </p:nvSpPr>
        <p:spPr>
          <a:xfrm>
            <a:off x="5966686" y="2526132"/>
            <a:ext cx="5278301" cy="28553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półotwarty świat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główna linia fabularna i zadania poboczne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wymagające walki z bossami; zróżnicowani przeciwnicy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lootowanie i zwiększanie poziomu postaci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800" dirty="0"/>
              <a:t>wiele innych mechanizmów znanych z gier RPG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sz="1800" dirty="0"/>
          </a:p>
        </p:txBody>
      </p:sp>
    </p:spTree>
    <p:extLst>
      <p:ext uri="{BB962C8B-B14F-4D97-AF65-F5344CB8AC3E}">
        <p14:creationId xmlns:p14="http://schemas.microsoft.com/office/powerpoint/2010/main" val="621220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501FD-AD00-C761-43F5-E5CF8F32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1FC555-95E9-9CF6-F2D0-178908E1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DE6FFBE-96CF-3639-9DAB-2DF676146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F90DA8-7094-A121-A3A0-BF7A56DCB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0917AF-4447-0BF0-973B-BEF3EFB9F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3620882" cy="3640345"/>
          </a:xfrm>
        </p:spPr>
        <p:txBody>
          <a:bodyPr anchor="t">
            <a:normAutofit/>
          </a:bodyPr>
          <a:lstStyle/>
          <a:p>
            <a:r>
              <a:rPr lang="pl-PL" sz="4000" dirty="0"/>
              <a:t>PRACA Wykonana w ETAPIE 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E6BA6B-65E4-D58B-70B2-7CCEB863C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1447800"/>
            <a:ext cx="6238421" cy="4686299"/>
          </a:xfrm>
        </p:spPr>
        <p:txBody>
          <a:bodyPr anchor="b">
            <a:normAutofit/>
          </a:bodyPr>
          <a:lstStyle/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1800" dirty="0"/>
              <a:t>Aktualizacja dokumentacji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1800" dirty="0"/>
              <a:t>Nowe GUI i menu; ustawienia gry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1800" dirty="0"/>
              <a:t>Zoom kamery 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1800" dirty="0"/>
              <a:t>Poruszanie po mapach 3D i system NavMesh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1800" dirty="0"/>
              <a:t>System oświetlenia 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1800" dirty="0"/>
              <a:t>System dźwięku: manager, muzyka i efekty 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pl-PL" sz="1800" dirty="0"/>
              <a:t>Kreator poziomów i lokacji 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0E9CB5A-FF3A-3B18-DB0E-890487009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ubtitle 2">
            <a:extLst>
              <a:ext uri="{FF2B5EF4-FFF2-40B4-BE49-F238E27FC236}">
                <a16:creationId xmlns:a16="http://schemas.microsoft.com/office/drawing/2014/main" id="{361C324F-E052-4129-901F-4EE78F75EE6E}"/>
              </a:ext>
            </a:extLst>
          </p:cNvPr>
          <p:cNvSpPr txBox="1">
            <a:spLocks/>
          </p:cNvSpPr>
          <p:nvPr/>
        </p:nvSpPr>
        <p:spPr>
          <a:xfrm>
            <a:off x="6081871" y="-238124"/>
            <a:ext cx="6238421" cy="70961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System bossów i rajdów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Builderzy aktorów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System respawnów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Sortowanie po osi Y w renderowaniu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System poziomów i lokacji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System zapisu / odczytu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System questów i Quest Manager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Interfejs sojusznika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Refaktoryzacja kodu i optymalizacja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Wymiana modeli i innych assetów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Dodanie dialogów z prawdziwymi aktorami głosowymi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Linia fabularna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pl-PL" sz="1800" dirty="0"/>
              <a:t>Lokalizacja Wczora pełna zadań, zadań pobocznych, przeciwników, bossów, NPC i elementów fabularnych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pl-PL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23123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7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69C07-981B-8425-4128-E1583958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E3B4DD9-3EFF-CE75-C05F-30F38EABC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55257-F792-315B-79D2-E39E7C895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pl-PL">
                <a:solidFill>
                  <a:srgbClr val="FFFFFF"/>
                </a:solidFill>
              </a:rPr>
              <a:t>Nawia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239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0D9C8-F0EB-1344-A427-A581A8BF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1799C-575B-BBA5-1FD7-667F51443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11" r="1191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B93D0F-DE5F-B0CC-5BA5-BA62E9279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anchor="t">
            <a:normAutofit/>
          </a:bodyPr>
          <a:lstStyle/>
          <a:p>
            <a:r>
              <a:rPr lang="pl-PL" dirty="0">
                <a:solidFill>
                  <a:srgbClr val="FFFFFF"/>
                </a:solidFill>
              </a:rPr>
              <a:t>Dziękujemy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147B8F7-EE8B-D305-A204-A37EC488D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5157694"/>
            <a:ext cx="5019676" cy="97640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800">
                <a:solidFill>
                  <a:srgbClr val="FFFFFF"/>
                </a:solidFill>
              </a:rPr>
              <a:t>Michał Sadkowski</a:t>
            </a:r>
          </a:p>
          <a:p>
            <a:pPr>
              <a:lnSpc>
                <a:spcPct val="100000"/>
              </a:lnSpc>
            </a:pPr>
            <a:r>
              <a:rPr lang="pl-PL" sz="800">
                <a:solidFill>
                  <a:srgbClr val="FFFFFF"/>
                </a:solidFill>
              </a:rPr>
              <a:t>Dawid Wesołowski</a:t>
            </a:r>
          </a:p>
          <a:p>
            <a:pPr>
              <a:lnSpc>
                <a:spcPct val="100000"/>
              </a:lnSpc>
            </a:pPr>
            <a:r>
              <a:rPr lang="pl-PL" sz="800">
                <a:solidFill>
                  <a:srgbClr val="FFFFFF"/>
                </a:solidFill>
              </a:rPr>
              <a:t>Michał Matysiak</a:t>
            </a:r>
          </a:p>
          <a:p>
            <a:pPr>
              <a:lnSpc>
                <a:spcPct val="100000"/>
              </a:lnSpc>
            </a:pPr>
            <a:r>
              <a:rPr lang="pl-PL" sz="800">
                <a:solidFill>
                  <a:srgbClr val="FFFFFF"/>
                </a:solidFill>
              </a:rPr>
              <a:t>Ostap Lozovyy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A253553-EB2E-3189-C96B-96E3E9CCD505}"/>
              </a:ext>
            </a:extLst>
          </p:cNvPr>
          <p:cNvSpPr txBox="1"/>
          <p:nvPr/>
        </p:nvSpPr>
        <p:spPr>
          <a:xfrm>
            <a:off x="5771388" y="2625987"/>
            <a:ext cx="6162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bg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B10065-140C-B36F-52D1-C309BA56D2A0}"/>
              </a:ext>
            </a:extLst>
          </p:cNvPr>
          <p:cNvSpPr txBox="1"/>
          <p:nvPr/>
        </p:nvSpPr>
        <p:spPr>
          <a:xfrm>
            <a:off x="5771388" y="5460487"/>
            <a:ext cx="14440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4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PROJEKT GRUPOWY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88D7A9-72C0-5B8E-A6D6-9D757B236132}"/>
              </a:ext>
            </a:extLst>
          </p:cNvPr>
          <p:cNvSpPr txBox="1"/>
          <p:nvPr/>
        </p:nvSpPr>
        <p:spPr>
          <a:xfrm>
            <a:off x="7103954" y="704850"/>
            <a:ext cx="61626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>
                <a:solidFill>
                  <a:schemeClr val="bg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INŻYNIERKA</a:t>
            </a:r>
          </a:p>
        </p:txBody>
      </p:sp>
    </p:spTree>
    <p:extLst>
      <p:ext uri="{BB962C8B-B14F-4D97-AF65-F5344CB8AC3E}">
        <p14:creationId xmlns:p14="http://schemas.microsoft.com/office/powerpoint/2010/main" val="1116524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183</Words>
  <Application>Microsoft Office PowerPoint</Application>
  <PresentationFormat>Widescreen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Calisto MT</vt:lpstr>
      <vt:lpstr>Comic Sans MS</vt:lpstr>
      <vt:lpstr>Univers Condensed</vt:lpstr>
      <vt:lpstr>ChronicleVTI</vt:lpstr>
      <vt:lpstr>Nawia</vt:lpstr>
      <vt:lpstr>Projekt</vt:lpstr>
      <vt:lpstr>PRACA Wykonana w ETAPIE II</vt:lpstr>
      <vt:lpstr>Nawia</vt:lpstr>
      <vt:lpstr>Dziękujemy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Sadkowski</dc:creator>
  <cp:lastModifiedBy>Michał Sadkowski</cp:lastModifiedBy>
  <cp:revision>11</cp:revision>
  <dcterms:created xsi:type="dcterms:W3CDTF">2026-01-22T21:44:55Z</dcterms:created>
  <dcterms:modified xsi:type="dcterms:W3CDTF">2026-06-21T14:37:37Z</dcterms:modified>
</cp:coreProperties>
</file>